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59A9215-9856-4391-B338-FBD06BB7E931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2A39E61-AE25-476B-A9A7-FE7361C8649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33018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9215-9856-4391-B338-FBD06BB7E931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9E61-AE25-476B-A9A7-FE7361C8649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0451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9215-9856-4391-B338-FBD06BB7E931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9E61-AE25-476B-A9A7-FE7361C8649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9014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9215-9856-4391-B338-FBD06BB7E931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9E61-AE25-476B-A9A7-FE7361C8649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3883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9215-9856-4391-B338-FBD06BB7E931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9E61-AE25-476B-A9A7-FE7361C8649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89936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9215-9856-4391-B338-FBD06BB7E931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9E61-AE25-476B-A9A7-FE7361C8649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6035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9215-9856-4391-B338-FBD06BB7E931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9E61-AE25-476B-A9A7-FE7361C8649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40553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9215-9856-4391-B338-FBD06BB7E931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9E61-AE25-476B-A9A7-FE7361C8649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1817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9215-9856-4391-B338-FBD06BB7E931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9E61-AE25-476B-A9A7-FE7361C8649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7270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9215-9856-4391-B338-FBD06BB7E931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9E61-AE25-476B-A9A7-FE7361C8649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73968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9215-9856-4391-B338-FBD06BB7E931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9E61-AE25-476B-A9A7-FE7361C8649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8041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9215-9856-4391-B338-FBD06BB7E931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9E61-AE25-476B-A9A7-FE7361C8649E}" type="slidenum">
              <a:rPr lang="hu-HU" smtClean="0"/>
              <a:t>‹#›</a:t>
            </a:fld>
            <a:endParaRPr lang="hu-H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21307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9215-9856-4391-B338-FBD06BB7E931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9E61-AE25-476B-A9A7-FE7361C8649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32924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9215-9856-4391-B338-FBD06BB7E931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9E61-AE25-476B-A9A7-FE7361C8649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5542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9215-9856-4391-B338-FBD06BB7E931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9E61-AE25-476B-A9A7-FE7361C8649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40806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9215-9856-4391-B338-FBD06BB7E931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9E61-AE25-476B-A9A7-FE7361C8649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4208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A9215-9856-4391-B338-FBD06BB7E931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9E61-AE25-476B-A9A7-FE7361C8649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95803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A9215-9856-4391-B338-FBD06BB7E931}" type="datetimeFigureOut">
              <a:rPr lang="hu-HU" smtClean="0"/>
              <a:t>2025. 05. 28.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39E61-AE25-476B-A9A7-FE7361C8649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201888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www.prisma.io/" TargetMode="External"/><Relationship Id="rId7" Type="http://schemas.openxmlformats.org/officeDocument/2006/relationships/image" Target="../media/image5.jpeg"/><Relationship Id="rId2" Type="http://schemas.openxmlformats.org/officeDocument/2006/relationships/hyperlink" Target="https://nuxt.com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hyperlink" Target="https://support.google.com/a/answer/176600?hl=en" TargetMode="External"/><Relationship Id="rId4" Type="http://schemas.openxmlformats.org/officeDocument/2006/relationships/hyperlink" Target="https://www.npmjs.com/" TargetMode="Externa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redbit.netlify.app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supabase.com/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465CAE-721D-4FE3-A6CA-CAA6F73627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sz="5000" dirty="0" err="1"/>
              <a:t>RedBiT</a:t>
            </a:r>
            <a:endParaRPr lang="hu-HU" sz="5000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2A4BA2F-B4D9-4F9C-B64E-46A66B1253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An</a:t>
            </a:r>
            <a:r>
              <a:rPr lang="hu-HU" sz="2000" dirty="0"/>
              <a:t> Open-</a:t>
            </a:r>
            <a:r>
              <a:rPr lang="hu-HU" sz="2000" dirty="0" err="1"/>
              <a:t>Source</a:t>
            </a:r>
            <a:r>
              <a:rPr lang="hu-HU" sz="2000" dirty="0"/>
              <a:t> Chat Platform</a:t>
            </a:r>
          </a:p>
          <a:p>
            <a:r>
              <a:rPr lang="hu-HU" sz="2500" dirty="0" err="1"/>
              <a:t>Developers</a:t>
            </a:r>
            <a:r>
              <a:rPr lang="hu-HU" sz="2500" dirty="0"/>
              <a:t>: Horváth Péter István, Debreczeni Alex János, Szigetvári Kevin István</a:t>
            </a:r>
          </a:p>
        </p:txBody>
      </p:sp>
    </p:spTree>
    <p:extLst>
      <p:ext uri="{BB962C8B-B14F-4D97-AF65-F5344CB8AC3E}">
        <p14:creationId xmlns:p14="http://schemas.microsoft.com/office/powerpoint/2010/main" val="50170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7C6E1DD-7E65-467D-8BBF-8AC16491D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 err="1"/>
              <a:t>About</a:t>
            </a:r>
            <a:r>
              <a:rPr lang="hu-HU" dirty="0"/>
              <a:t> </a:t>
            </a:r>
            <a:r>
              <a:rPr lang="hu-HU" dirty="0" err="1"/>
              <a:t>RedBit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383EAB7-D676-4550-AD52-4C64B67067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fully open-source chat project.</a:t>
            </a:r>
            <a:endParaRPr lang="hu-HU" dirty="0"/>
          </a:p>
          <a:p>
            <a:r>
              <a:rPr lang="en-US" dirty="0"/>
              <a:t>Developed as a school project.</a:t>
            </a:r>
            <a:endParaRPr lang="hu-HU" dirty="0"/>
          </a:p>
          <a:p>
            <a:r>
              <a:rPr lang="en-US" dirty="0"/>
              <a:t>Minimal data collection.</a:t>
            </a:r>
            <a:endParaRPr lang="hu-HU" dirty="0"/>
          </a:p>
          <a:p>
            <a:r>
              <a:rPr lang="en-US" dirty="0"/>
              <a:t>Full transparency about data handling</a:t>
            </a:r>
            <a:r>
              <a:rPr lang="hu-HU" dirty="0"/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FAC4C8C-58A9-42EA-940D-AFB9F2926ED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149" y="2249486"/>
            <a:ext cx="3939117" cy="393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011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DF028C-7194-4ECD-AA58-46AA87149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Technologies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8506481-2B2F-49B5-9973-8FAFB24D48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hu-HU" dirty="0" err="1"/>
              <a:t>Meta</a:t>
            </a:r>
            <a:r>
              <a:rPr lang="hu-HU" dirty="0"/>
              <a:t> Framework: </a:t>
            </a:r>
            <a:r>
              <a:rPr lang="hu-HU" dirty="0">
                <a:hlinkClick r:id="rId2"/>
              </a:rPr>
              <a:t>Nuxt.js</a:t>
            </a:r>
            <a:endParaRPr lang="hu-HU" dirty="0"/>
          </a:p>
          <a:p>
            <a:r>
              <a:rPr lang="hu-HU" dirty="0" err="1"/>
              <a:t>Database</a:t>
            </a:r>
            <a:r>
              <a:rPr lang="hu-HU" dirty="0"/>
              <a:t> ORM: </a:t>
            </a:r>
            <a:r>
              <a:rPr lang="hu-HU" dirty="0">
                <a:hlinkClick r:id="rId3"/>
              </a:rPr>
              <a:t>Prisma</a:t>
            </a:r>
            <a:endParaRPr lang="hu-HU" dirty="0"/>
          </a:p>
          <a:p>
            <a:r>
              <a:rPr lang="hu-HU" dirty="0" err="1"/>
              <a:t>Package</a:t>
            </a:r>
            <a:r>
              <a:rPr lang="hu-HU" dirty="0"/>
              <a:t> Manager: </a:t>
            </a:r>
            <a:r>
              <a:rPr lang="hu-HU" dirty="0">
                <a:hlinkClick r:id="rId4"/>
              </a:rPr>
              <a:t>NPM</a:t>
            </a:r>
            <a:r>
              <a:rPr lang="hu-HU" dirty="0"/>
              <a:t> </a:t>
            </a:r>
          </a:p>
          <a:p>
            <a:r>
              <a:rPr lang="hu-HU" dirty="0"/>
              <a:t>Mailing: </a:t>
            </a:r>
            <a:r>
              <a:rPr lang="hu-HU" dirty="0">
                <a:hlinkClick r:id="rId5"/>
              </a:rPr>
              <a:t>Google SMTP</a:t>
            </a:r>
            <a:endParaRPr lang="hu-HU" dirty="0"/>
          </a:p>
        </p:txBody>
      </p:sp>
      <p:pic>
        <p:nvPicPr>
          <p:cNvPr id="2050" name="Picture 2" descr="nuxt/icon · Nuxt Modules">
            <a:extLst>
              <a:ext uri="{FF2B5EF4-FFF2-40B4-BE49-F238E27FC236}">
                <a16:creationId xmlns:a16="http://schemas.microsoft.com/office/drawing/2014/main" id="{E6657602-5982-4061-9D06-2896D50C227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177" y="224948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risma Logo &amp; Brand Assets (SVG, PNG and vector) - Brandfetch">
            <a:extLst>
              <a:ext uri="{FF2B5EF4-FFF2-40B4-BE49-F238E27FC236}">
                <a16:creationId xmlns:a16="http://schemas.microsoft.com/office/drawing/2014/main" id="{27F87836-32B7-40DD-8786-1529D88F9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5302" y="224948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What is NPM, and why do we need it? | Packagecloud Blog">
            <a:extLst>
              <a:ext uri="{FF2B5EF4-FFF2-40B4-BE49-F238E27FC236}">
                <a16:creationId xmlns:a16="http://schemas.microsoft.com/office/drawing/2014/main" id="{2DA8B5B3-6340-483A-AC8B-6D3E578D8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175" y="4392611"/>
            <a:ext cx="2143125" cy="214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E6225DFA-091D-4203-9E2C-861A4F00F6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5300" y="4392611"/>
            <a:ext cx="2143125" cy="214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383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A2428D-2C4F-4F0C-8E66-4FFB867D7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Main </a:t>
            </a:r>
            <a:r>
              <a:rPr lang="hu-HU" dirty="0" err="1"/>
              <a:t>Navigation</a:t>
            </a:r>
            <a:r>
              <a:rPr lang="hu-HU" dirty="0"/>
              <a:t> - Homepage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DD5F3FA-5CE1-47D7-ADC4-8E66FAD463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Access: </a:t>
            </a:r>
            <a:r>
              <a:rPr lang="hu-HU" dirty="0">
                <a:hlinkClick r:id="rId2"/>
              </a:rPr>
              <a:t>https://redbit.netlify.app/</a:t>
            </a:r>
            <a:endParaRPr lang="hu-HU" dirty="0"/>
          </a:p>
          <a:p>
            <a:r>
              <a:rPr lang="en-US" dirty="0"/>
              <a:t>Main Navigation Menu:</a:t>
            </a:r>
            <a:endParaRPr lang="hu-HU" dirty="0"/>
          </a:p>
          <a:p>
            <a:pPr lvl="1"/>
            <a:r>
              <a:rPr lang="en-US" dirty="0"/>
              <a:t>Home</a:t>
            </a:r>
            <a:endParaRPr lang="hu-HU" dirty="0"/>
          </a:p>
          <a:p>
            <a:pPr lvl="1"/>
            <a:r>
              <a:rPr lang="en-US" dirty="0"/>
              <a:t>About</a:t>
            </a:r>
            <a:endParaRPr lang="hu-HU" dirty="0"/>
          </a:p>
          <a:p>
            <a:pPr lvl="1"/>
            <a:r>
              <a:rPr lang="en-US" dirty="0"/>
              <a:t>Contacts</a:t>
            </a:r>
            <a:endParaRPr lang="hu-HU" dirty="0"/>
          </a:p>
          <a:p>
            <a:pPr lvl="1"/>
            <a:r>
              <a:rPr lang="en-US" dirty="0"/>
              <a:t>Cha</a:t>
            </a:r>
            <a:r>
              <a:rPr lang="hu-HU" dirty="0"/>
              <a:t>t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04CE05CE-FACB-4AF5-B69B-110FB8DF0CF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3" y="3685663"/>
            <a:ext cx="4878390" cy="669360"/>
          </a:xfrm>
        </p:spPr>
      </p:pic>
    </p:spTree>
    <p:extLst>
      <p:ext uri="{BB962C8B-B14F-4D97-AF65-F5344CB8AC3E}">
        <p14:creationId xmlns:p14="http://schemas.microsoft.com/office/powerpoint/2010/main" val="2577285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AB173B-614D-4B27-A5D6-DA3B1EC63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 err="1"/>
              <a:t>Overview</a:t>
            </a:r>
            <a:r>
              <a:rPr lang="hu-HU" dirty="0"/>
              <a:t> - </a:t>
            </a:r>
            <a:r>
              <a:rPr lang="hu-HU" dirty="0" err="1"/>
              <a:t>HomePAge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02160EF-7365-4B92-9C2A-7CB1E573CC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Homepage </a:t>
            </a:r>
            <a:r>
              <a:rPr lang="hu-HU" dirty="0" err="1"/>
              <a:t>Overview</a:t>
            </a:r>
            <a:r>
              <a:rPr lang="hu-HU" dirty="0"/>
              <a:t>:</a:t>
            </a:r>
          </a:p>
          <a:p>
            <a:pPr lvl="1"/>
            <a:r>
              <a:rPr lang="hu-HU" dirty="0" err="1"/>
              <a:t>Slogan</a:t>
            </a:r>
            <a:r>
              <a:rPr lang="hu-HU" dirty="0"/>
              <a:t> </a:t>
            </a:r>
            <a:r>
              <a:rPr lang="hu-HU" dirty="0" err="1"/>
              <a:t>section</a:t>
            </a:r>
            <a:endParaRPr lang="hu-HU" dirty="0"/>
          </a:p>
          <a:p>
            <a:pPr lvl="1"/>
            <a:r>
              <a:rPr lang="hu-HU" dirty="0" err="1"/>
              <a:t>Features</a:t>
            </a:r>
            <a:r>
              <a:rPr lang="hu-HU" dirty="0"/>
              <a:t> </a:t>
            </a:r>
          </a:p>
          <a:p>
            <a:pPr lvl="1"/>
            <a:r>
              <a:rPr lang="hu-HU" dirty="0" err="1"/>
              <a:t>Highlights</a:t>
            </a:r>
            <a:endParaRPr lang="hu-HU" dirty="0"/>
          </a:p>
          <a:p>
            <a:pPr lvl="1"/>
            <a:r>
              <a:rPr lang="hu-HU" dirty="0" err="1"/>
              <a:t>Developer</a:t>
            </a:r>
            <a:r>
              <a:rPr lang="hu-HU" dirty="0"/>
              <a:t> Team</a:t>
            </a:r>
          </a:p>
          <a:p>
            <a:pPr lvl="1"/>
            <a:r>
              <a:rPr lang="hu-HU" dirty="0" err="1"/>
              <a:t>Packages</a:t>
            </a:r>
            <a:r>
              <a:rPr lang="hu-HU" dirty="0"/>
              <a:t> </a:t>
            </a:r>
            <a:r>
              <a:rPr lang="hu-HU" dirty="0" err="1"/>
              <a:t>list</a:t>
            </a:r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EF03A7F-3E5A-46C8-ABC4-0316F0A858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95497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EC4406-3A77-40E9-BE96-2C405FEAD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Main </a:t>
            </a:r>
            <a:r>
              <a:rPr lang="hu-HU" dirty="0" err="1"/>
              <a:t>Navigation</a:t>
            </a:r>
            <a:r>
              <a:rPr lang="hu-HU" dirty="0"/>
              <a:t> – Chat Page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4960020-2EDD-4340-8A21-6AA5E079E7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Dynamic Navigation</a:t>
            </a:r>
            <a:r>
              <a:rPr lang="hu-HU" dirty="0"/>
              <a:t> Panel:</a:t>
            </a:r>
          </a:p>
          <a:p>
            <a:pPr lvl="1"/>
            <a:r>
              <a:rPr lang="en-US" dirty="0"/>
              <a:t>Server Selector:</a:t>
            </a:r>
            <a:endParaRPr lang="hu-HU" dirty="0"/>
          </a:p>
          <a:p>
            <a:pPr lvl="1"/>
            <a:r>
              <a:rPr lang="en-US" dirty="0"/>
              <a:t>Chat Selector</a:t>
            </a:r>
            <a:endParaRPr lang="hu-HU" dirty="0"/>
          </a:p>
          <a:p>
            <a:pPr lvl="1"/>
            <a:r>
              <a:rPr lang="en-US" dirty="0"/>
              <a:t>User Information &amp; Settings</a:t>
            </a:r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CE42C49-50AF-4677-94AE-AE91E863E9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44863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C9B3B93-5795-4BDA-B144-A741F3757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 err="1"/>
              <a:t>Overview</a:t>
            </a:r>
            <a:r>
              <a:rPr lang="hu-HU" dirty="0"/>
              <a:t> – Chat </a:t>
            </a:r>
            <a:r>
              <a:rPr lang="hu-HU" dirty="0" err="1"/>
              <a:t>page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A6F0839-87EE-4A24-AAC6-7C33A12F7F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hu-HU" dirty="0"/>
              <a:t>Homepage </a:t>
            </a:r>
            <a:r>
              <a:rPr lang="hu-HU" dirty="0" err="1"/>
              <a:t>Overview</a:t>
            </a:r>
            <a:r>
              <a:rPr lang="hu-HU" dirty="0"/>
              <a:t>:</a:t>
            </a:r>
          </a:p>
          <a:p>
            <a:pPr lvl="1"/>
            <a:r>
              <a:rPr lang="hu-HU" dirty="0" err="1"/>
              <a:t>Header</a:t>
            </a:r>
            <a:endParaRPr lang="hu-HU" dirty="0"/>
          </a:p>
          <a:p>
            <a:pPr lvl="1"/>
            <a:r>
              <a:rPr lang="hu-HU" dirty="0" err="1"/>
              <a:t>Sidebar</a:t>
            </a:r>
            <a:endParaRPr lang="hu-HU" dirty="0"/>
          </a:p>
          <a:p>
            <a:pPr lvl="1"/>
            <a:r>
              <a:rPr lang="hu-HU" dirty="0"/>
              <a:t>Main </a:t>
            </a:r>
            <a:r>
              <a:rPr lang="hu-HU" dirty="0" err="1"/>
              <a:t>content</a:t>
            </a:r>
            <a:r>
              <a:rPr lang="hu-HU" dirty="0"/>
              <a:t> </a:t>
            </a:r>
            <a:r>
              <a:rPr lang="hu-HU" dirty="0" err="1"/>
              <a:t>area</a:t>
            </a:r>
            <a:r>
              <a:rPr lang="hu-HU" dirty="0"/>
              <a:t>(chat)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D9C229F-559F-44CB-BB2F-D14509BB2F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3035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7C2A55C-3493-4B9A-9BCC-B5BFA5184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 err="1"/>
              <a:t>Database</a:t>
            </a:r>
            <a:r>
              <a:rPr lang="hu-HU" dirty="0"/>
              <a:t> &amp; </a:t>
            </a:r>
            <a:r>
              <a:rPr lang="hu-HU" dirty="0" err="1"/>
              <a:t>Hosting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4427CA-8CB0-4D5C-9AEE-1A6002CFF6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Database</a:t>
            </a:r>
            <a:r>
              <a:rPr lang="hu-HU" dirty="0"/>
              <a:t> ORM: Prisma.io</a:t>
            </a:r>
          </a:p>
          <a:p>
            <a:r>
              <a:rPr lang="hu-HU" dirty="0" err="1"/>
              <a:t>Schema</a:t>
            </a:r>
            <a:r>
              <a:rPr lang="hu-HU" dirty="0"/>
              <a:t> </a:t>
            </a:r>
            <a:r>
              <a:rPr lang="hu-HU" dirty="0" err="1"/>
              <a:t>Location</a:t>
            </a:r>
            <a:r>
              <a:rPr lang="hu-HU" dirty="0"/>
              <a:t>: /</a:t>
            </a:r>
            <a:r>
              <a:rPr lang="hu-HU" dirty="0" err="1"/>
              <a:t>prisma</a:t>
            </a:r>
            <a:r>
              <a:rPr lang="hu-HU" dirty="0"/>
              <a:t>/</a:t>
            </a:r>
            <a:r>
              <a:rPr lang="hu-HU" dirty="0" err="1"/>
              <a:t>schema.prisma</a:t>
            </a:r>
            <a:endParaRPr lang="hu-HU" dirty="0"/>
          </a:p>
          <a:p>
            <a:r>
              <a:rPr lang="hu-HU" dirty="0" err="1"/>
              <a:t>Deployed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>
                <a:hlinkClick r:id="rId2"/>
              </a:rPr>
              <a:t>Supabase</a:t>
            </a:r>
            <a:endParaRPr lang="hu-HU" dirty="0"/>
          </a:p>
        </p:txBody>
      </p:sp>
      <p:pic>
        <p:nvPicPr>
          <p:cNvPr id="5" name="Tartalom helye 5">
            <a:extLst>
              <a:ext uri="{FF2B5EF4-FFF2-40B4-BE49-F238E27FC236}">
                <a16:creationId xmlns:a16="http://schemas.microsoft.com/office/drawing/2014/main" id="{C49FD4C9-42B0-4E3E-84F4-897FCB7AFF4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486400" y="2287876"/>
            <a:ext cx="6105102" cy="3464933"/>
          </a:xfrm>
        </p:spPr>
      </p:pic>
    </p:spTree>
    <p:extLst>
      <p:ext uri="{BB962C8B-B14F-4D97-AF65-F5344CB8AC3E}">
        <p14:creationId xmlns:p14="http://schemas.microsoft.com/office/powerpoint/2010/main" val="916217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8D40905-EC05-4DA2-A0F2-52A6FE9FA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 err="1"/>
              <a:t>Envierment</a:t>
            </a:r>
            <a:r>
              <a:rPr lang="hu-HU" dirty="0"/>
              <a:t> </a:t>
            </a:r>
            <a:r>
              <a:rPr lang="hu-HU" dirty="0" err="1"/>
              <a:t>variables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61A556C-9BC3-42F0-A38F-364691D34C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28600" indent="-228600" algn="l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</a:pPr>
            <a:r>
              <a:rPr lang="hu-HU" sz="1800" kern="1200" dirty="0" err="1">
                <a:solidFill>
                  <a:srgbClr val="FFFFFF"/>
                </a:solidFill>
                <a:effectLst/>
                <a:latin typeface="Tw Cen MT" panose="020B0602020104020603" pitchFamily="34" charset="-18"/>
                <a:ea typeface="+mn-ea"/>
                <a:cs typeface="+mn-cs"/>
              </a:rPr>
              <a:t>Environment</a:t>
            </a:r>
            <a:r>
              <a:rPr lang="hu-HU" sz="1800" kern="1200" dirty="0">
                <a:solidFill>
                  <a:srgbClr val="FFFFFF"/>
                </a:solidFill>
                <a:effectLst/>
                <a:latin typeface="Tw Cen MT" panose="020B0602020104020603" pitchFamily="34" charset="-18"/>
                <a:ea typeface="+mn-ea"/>
                <a:cs typeface="+mn-cs"/>
              </a:rPr>
              <a:t> </a:t>
            </a:r>
            <a:r>
              <a:rPr lang="hu-HU" sz="1800" kern="1200" dirty="0" err="1">
                <a:solidFill>
                  <a:srgbClr val="FFFFFF"/>
                </a:solidFill>
                <a:effectLst/>
                <a:latin typeface="Tw Cen MT" panose="020B0602020104020603" pitchFamily="34" charset="-18"/>
                <a:ea typeface="+mn-ea"/>
                <a:cs typeface="+mn-cs"/>
              </a:rPr>
              <a:t>Variables</a:t>
            </a:r>
            <a:r>
              <a:rPr lang="hu-HU" sz="1800" kern="1200" dirty="0">
                <a:solidFill>
                  <a:srgbClr val="FFFFFF"/>
                </a:solidFill>
                <a:effectLst/>
                <a:latin typeface="Tw Cen MT" panose="020B0602020104020603" pitchFamily="34" charset="-18"/>
                <a:ea typeface="+mn-ea"/>
                <a:cs typeface="+mn-cs"/>
              </a:rPr>
              <a:t>:</a:t>
            </a:r>
            <a:endParaRPr lang="hu-HU" sz="1800" dirty="0">
              <a:effectLst/>
            </a:endParaRPr>
          </a:p>
          <a:p>
            <a:pPr marL="685800" indent="-228600" algn="l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lang="hu-HU" sz="1800" kern="1200" dirty="0">
                <a:solidFill>
                  <a:srgbClr val="FFFFFF"/>
                </a:solidFill>
                <a:effectLst/>
                <a:latin typeface="Tw Cen MT" panose="020B0602020104020603" pitchFamily="34" charset="-18"/>
                <a:ea typeface="+mn-ea"/>
                <a:cs typeface="+mn-cs"/>
              </a:rPr>
              <a:t>DATABASE_URL </a:t>
            </a:r>
          </a:p>
          <a:p>
            <a:pPr marL="685800" indent="-228600" algn="l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lang="hu-HU" sz="1800" kern="1200" dirty="0">
                <a:solidFill>
                  <a:srgbClr val="FFFFFF"/>
                </a:solidFill>
                <a:effectLst/>
                <a:latin typeface="Tw Cen MT" panose="020B0602020104020603" pitchFamily="34" charset="-18"/>
                <a:ea typeface="+mn-ea"/>
                <a:cs typeface="+mn-cs"/>
              </a:rPr>
              <a:t>DIRECT_URL </a:t>
            </a:r>
          </a:p>
          <a:p>
            <a:pPr marL="685800" indent="-228600" algn="l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lang="hu-HU" sz="1800" kern="1200" dirty="0">
                <a:solidFill>
                  <a:srgbClr val="FFFFFF"/>
                </a:solidFill>
                <a:effectLst/>
                <a:latin typeface="Tw Cen MT" panose="020B0602020104020603" pitchFamily="34" charset="-18"/>
                <a:ea typeface="+mn-ea"/>
                <a:cs typeface="+mn-cs"/>
              </a:rPr>
              <a:t>JWT_</a:t>
            </a:r>
          </a:p>
          <a:p>
            <a:pPr marL="685800" indent="-228600" algn="l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lang="hu-HU" sz="1800" kern="1200" dirty="0">
                <a:solidFill>
                  <a:srgbClr val="FFFFFF"/>
                </a:solidFill>
                <a:effectLst/>
                <a:latin typeface="Tw Cen MT" panose="020B0602020104020603" pitchFamily="34" charset="-18"/>
                <a:ea typeface="+mn-ea"/>
                <a:cs typeface="+mn-cs"/>
              </a:rPr>
              <a:t>NUXT_NODEMAILER_FROM,</a:t>
            </a:r>
          </a:p>
          <a:p>
            <a:pPr marL="685800" indent="-228600" algn="l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lang="hu-HU" sz="1800" kern="1200" dirty="0">
                <a:solidFill>
                  <a:srgbClr val="FFFFFF"/>
                </a:solidFill>
                <a:effectLst/>
                <a:latin typeface="Tw Cen MT" panose="020B0602020104020603" pitchFamily="34" charset="-18"/>
                <a:ea typeface="+mn-ea"/>
                <a:cs typeface="+mn-cs"/>
              </a:rPr>
              <a:t> NUXT_NODEMAILER_AUTH_</a:t>
            </a:r>
            <a:endParaRPr lang="hu-HU" dirty="0">
              <a:effectLst/>
            </a:endParaRPr>
          </a:p>
          <a:p>
            <a:endParaRPr lang="hu-HU" dirty="0"/>
          </a:p>
        </p:txBody>
      </p:sp>
      <p:pic>
        <p:nvPicPr>
          <p:cNvPr id="6" name="Tartalom helye 5">
            <a:extLst>
              <a:ext uri="{FF2B5EF4-FFF2-40B4-BE49-F238E27FC236}">
                <a16:creationId xmlns:a16="http://schemas.microsoft.com/office/drawing/2014/main" id="{3DBEB998-FBEF-4299-A181-C5D435F0CF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72120" y="2556189"/>
            <a:ext cx="5555348" cy="2928307"/>
          </a:xfrm>
        </p:spPr>
      </p:pic>
    </p:spTree>
    <p:extLst>
      <p:ext uri="{BB962C8B-B14F-4D97-AF65-F5344CB8AC3E}">
        <p14:creationId xmlns:p14="http://schemas.microsoft.com/office/powerpoint/2010/main" val="2877636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9E0F24D-4607-4027-BA98-9CBFB1C4B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 err="1"/>
              <a:t>Api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E2601B6-1945-4B6C-BAE1-78B52CA1B7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Authorization: </a:t>
            </a:r>
            <a:r>
              <a:rPr lang="hu-HU" dirty="0"/>
              <a:t>Most </a:t>
            </a:r>
            <a:r>
              <a:rPr lang="en-US" dirty="0"/>
              <a:t>Endpoints header with a valid access token.</a:t>
            </a:r>
            <a:endParaRPr lang="hu-HU" dirty="0"/>
          </a:p>
          <a:p>
            <a:r>
              <a:rPr lang="hu-HU" dirty="0"/>
              <a:t>File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routing</a:t>
            </a:r>
            <a:r>
              <a:rPr lang="hu-HU" dirty="0"/>
              <a:t>: /</a:t>
            </a:r>
            <a:r>
              <a:rPr lang="hu-HU" dirty="0" err="1"/>
              <a:t>api</a:t>
            </a:r>
            <a:r>
              <a:rPr lang="hu-HU" dirty="0"/>
              <a:t>/</a:t>
            </a:r>
            <a:r>
              <a:rPr lang="hu-HU" dirty="0" err="1"/>
              <a:t>user</a:t>
            </a:r>
            <a:r>
              <a:rPr lang="hu-HU" dirty="0"/>
              <a:t>/.</a:t>
            </a:r>
            <a:r>
              <a:rPr lang="hu-HU" dirty="0" err="1"/>
              <a:t>get.ts</a:t>
            </a:r>
            <a:endParaRPr lang="hu-HU" dirty="0"/>
          </a:p>
          <a:p>
            <a:r>
              <a:rPr lang="hu-HU" dirty="0" err="1"/>
              <a:t>Responses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standard </a:t>
            </a:r>
            <a:r>
              <a:rPr lang="hu-HU" dirty="0" err="1"/>
              <a:t>responses</a:t>
            </a:r>
            <a:r>
              <a:rPr lang="hu-HU" dirty="0"/>
              <a:t> </a:t>
            </a:r>
            <a:r>
              <a:rPr lang="hu-HU" dirty="0" err="1"/>
              <a:t>types</a:t>
            </a:r>
            <a:r>
              <a:rPr lang="hu-HU" dirty="0"/>
              <a:t> </a:t>
            </a:r>
          </a:p>
          <a:p>
            <a:r>
              <a:rPr lang="hu-HU" dirty="0" err="1"/>
              <a:t>Made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nuxt</a:t>
            </a:r>
            <a:r>
              <a:rPr lang="hu-HU" dirty="0"/>
              <a:t> </a:t>
            </a:r>
            <a:r>
              <a:rPr lang="hu-HU" dirty="0" err="1"/>
              <a:t>built</a:t>
            </a:r>
            <a:r>
              <a:rPr lang="hu-HU" dirty="0"/>
              <a:t> in </a:t>
            </a:r>
            <a:r>
              <a:rPr lang="hu-HU" dirty="0" err="1"/>
              <a:t>beckend</a:t>
            </a:r>
            <a:r>
              <a:rPr lang="hu-HU" dirty="0"/>
              <a:t> </a:t>
            </a:r>
            <a:r>
              <a:rPr lang="hu-HU" dirty="0" err="1"/>
              <a:t>soulution</a:t>
            </a:r>
            <a:endParaRPr lang="hu-HU" dirty="0"/>
          </a:p>
        </p:txBody>
      </p:sp>
      <p:pic>
        <p:nvPicPr>
          <p:cNvPr id="10" name="Tartalom helye 9">
            <a:extLst>
              <a:ext uri="{FF2B5EF4-FFF2-40B4-BE49-F238E27FC236}">
                <a16:creationId xmlns:a16="http://schemas.microsoft.com/office/drawing/2014/main" id="{D2B7E656-71A4-45B6-AC9F-A17B196CF1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42656" y="2249486"/>
            <a:ext cx="4484004" cy="3541714"/>
          </a:xfrm>
        </p:spPr>
      </p:pic>
    </p:spTree>
    <p:extLst>
      <p:ext uri="{BB962C8B-B14F-4D97-AF65-F5344CB8AC3E}">
        <p14:creationId xmlns:p14="http://schemas.microsoft.com/office/powerpoint/2010/main" val="3829758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9B44C1-5152-41BB-9057-8CB42C409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API </a:t>
            </a:r>
            <a:r>
              <a:rPr lang="hu-HU" dirty="0" err="1"/>
              <a:t>Endpoints</a:t>
            </a:r>
            <a:r>
              <a:rPr lang="hu-HU" dirty="0"/>
              <a:t> (</a:t>
            </a:r>
            <a:r>
              <a:rPr lang="hu-HU" dirty="0" err="1"/>
              <a:t>Examples</a:t>
            </a:r>
            <a:r>
              <a:rPr lang="hu-HU" dirty="0"/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BB1A575-8808-453D-8EAF-04D855EE56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User</a:t>
            </a:r>
            <a:r>
              <a:rPr lang="hu-HU" dirty="0"/>
              <a:t> </a:t>
            </a:r>
            <a:r>
              <a:rPr lang="hu-HU" dirty="0" err="1"/>
              <a:t>Registration</a:t>
            </a:r>
            <a:r>
              <a:rPr lang="hu-HU" dirty="0"/>
              <a:t>:/</a:t>
            </a:r>
            <a:r>
              <a:rPr lang="hu-HU" dirty="0" err="1"/>
              <a:t>api</a:t>
            </a:r>
            <a:r>
              <a:rPr lang="hu-HU" dirty="0"/>
              <a:t>/</a:t>
            </a:r>
            <a:r>
              <a:rPr lang="hu-HU" dirty="0" err="1"/>
              <a:t>user.put.ts</a:t>
            </a:r>
            <a:r>
              <a:rPr lang="hu-HU" dirty="0"/>
              <a:t> (</a:t>
            </a:r>
            <a:r>
              <a:rPr lang="hu-HU" dirty="0" err="1"/>
              <a:t>creation</a:t>
            </a:r>
            <a:r>
              <a:rPr lang="hu-HU" dirty="0"/>
              <a:t>, </a:t>
            </a:r>
            <a:r>
              <a:rPr lang="hu-HU" dirty="0" err="1"/>
              <a:t>field</a:t>
            </a:r>
            <a:r>
              <a:rPr lang="hu-HU" dirty="0"/>
              <a:t> </a:t>
            </a:r>
            <a:r>
              <a:rPr lang="hu-HU" dirty="0" err="1"/>
              <a:t>validation</a:t>
            </a:r>
            <a:r>
              <a:rPr lang="hu-HU" dirty="0"/>
              <a:t>)</a:t>
            </a:r>
          </a:p>
          <a:p>
            <a:r>
              <a:rPr lang="hu-HU" dirty="0" err="1"/>
              <a:t>User</a:t>
            </a:r>
            <a:r>
              <a:rPr lang="hu-HU" dirty="0"/>
              <a:t> Login: /</a:t>
            </a:r>
            <a:r>
              <a:rPr lang="hu-HU" dirty="0" err="1"/>
              <a:t>api</a:t>
            </a:r>
            <a:r>
              <a:rPr lang="hu-HU" dirty="0"/>
              <a:t>/</a:t>
            </a:r>
            <a:r>
              <a:rPr lang="hu-HU" dirty="0" err="1"/>
              <a:t>user</a:t>
            </a:r>
            <a:r>
              <a:rPr lang="hu-HU" dirty="0"/>
              <a:t>/</a:t>
            </a:r>
            <a:r>
              <a:rPr lang="hu-HU" dirty="0" err="1"/>
              <a:t>login.post.ts</a:t>
            </a:r>
            <a:r>
              <a:rPr lang="hu-HU" dirty="0"/>
              <a:t> (</a:t>
            </a:r>
            <a:r>
              <a:rPr lang="hu-HU" dirty="0" err="1"/>
              <a:t>authentication</a:t>
            </a:r>
            <a:r>
              <a:rPr lang="hu-HU" dirty="0"/>
              <a:t>)</a:t>
            </a:r>
          </a:p>
          <a:p>
            <a:r>
              <a:rPr lang="hu-HU" dirty="0" err="1"/>
              <a:t>Get</a:t>
            </a:r>
            <a:r>
              <a:rPr lang="hu-HU" dirty="0"/>
              <a:t> </a:t>
            </a:r>
            <a:r>
              <a:rPr lang="hu-HU" dirty="0" err="1"/>
              <a:t>User</a:t>
            </a:r>
            <a:r>
              <a:rPr lang="hu-HU" dirty="0"/>
              <a:t> Data: /</a:t>
            </a:r>
            <a:r>
              <a:rPr lang="hu-HU" dirty="0" err="1"/>
              <a:t>api</a:t>
            </a:r>
            <a:r>
              <a:rPr lang="hu-HU" dirty="0"/>
              <a:t>/</a:t>
            </a:r>
            <a:r>
              <a:rPr lang="hu-HU" dirty="0" err="1"/>
              <a:t>user</a:t>
            </a:r>
            <a:r>
              <a:rPr lang="hu-HU" dirty="0"/>
              <a:t>/ (</a:t>
            </a:r>
            <a:r>
              <a:rPr lang="hu-HU" dirty="0" err="1"/>
              <a:t>authorized</a:t>
            </a:r>
            <a:r>
              <a:rPr lang="hu-HU" dirty="0"/>
              <a:t> </a:t>
            </a:r>
            <a:r>
              <a:rPr lang="hu-HU" dirty="0" err="1"/>
              <a:t>user</a:t>
            </a:r>
            <a:r>
              <a:rPr lang="hu-HU" dirty="0"/>
              <a:t> </a:t>
            </a:r>
            <a:r>
              <a:rPr lang="hu-HU" dirty="0" err="1"/>
              <a:t>data</a:t>
            </a:r>
            <a:r>
              <a:rPr lang="hu-HU" dirty="0"/>
              <a:t>)</a:t>
            </a:r>
          </a:p>
          <a:p>
            <a:r>
              <a:rPr lang="hu-HU" dirty="0"/>
              <a:t>Server </a:t>
            </a:r>
            <a:r>
              <a:rPr lang="hu-HU" dirty="0" err="1"/>
              <a:t>Creation</a:t>
            </a:r>
            <a:r>
              <a:rPr lang="hu-HU" dirty="0"/>
              <a:t>: /</a:t>
            </a:r>
            <a:r>
              <a:rPr lang="hu-HU" dirty="0" err="1"/>
              <a:t>api</a:t>
            </a:r>
            <a:r>
              <a:rPr lang="hu-HU" dirty="0"/>
              <a:t>/</a:t>
            </a:r>
            <a:r>
              <a:rPr lang="hu-HU" dirty="0" err="1"/>
              <a:t>server.put.ts</a:t>
            </a:r>
            <a:endParaRPr lang="hu-HU" dirty="0"/>
          </a:p>
        </p:txBody>
      </p:sp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BDDD4520-B4AA-4C2B-A23E-5C5937454D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4" r="1"/>
          <a:stretch/>
        </p:blipFill>
        <p:spPr>
          <a:xfrm>
            <a:off x="6782357" y="2249486"/>
            <a:ext cx="4094760" cy="3694112"/>
          </a:xfrm>
        </p:spPr>
      </p:pic>
    </p:spTree>
    <p:extLst>
      <p:ext uri="{BB962C8B-B14F-4D97-AF65-F5344CB8AC3E}">
        <p14:creationId xmlns:p14="http://schemas.microsoft.com/office/powerpoint/2010/main" val="2381976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79A4C73-CEE1-4647-BF22-5AE283DA9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 err="1"/>
              <a:t>Api</a:t>
            </a:r>
            <a:r>
              <a:rPr lang="hu-HU" dirty="0"/>
              <a:t> </a:t>
            </a:r>
            <a:r>
              <a:rPr lang="hu-HU" dirty="0" err="1"/>
              <a:t>response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7451C8-33E8-48D4-A693-4ADCB9B77A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hu-HU" dirty="0" err="1"/>
              <a:t>Api</a:t>
            </a:r>
            <a:r>
              <a:rPr lang="hu-HU" dirty="0"/>
              <a:t> </a:t>
            </a:r>
            <a:r>
              <a:rPr lang="hu-HU" dirty="0" err="1"/>
              <a:t>response</a:t>
            </a:r>
            <a:r>
              <a:rPr lang="hu-HU" dirty="0"/>
              <a:t> </a:t>
            </a:r>
            <a:r>
              <a:rPr lang="hu-HU" dirty="0" err="1"/>
              <a:t>type</a:t>
            </a:r>
            <a:endParaRPr lang="hu-HU" dirty="0"/>
          </a:p>
          <a:p>
            <a:r>
              <a:rPr lang="hu-HU" dirty="0" err="1"/>
              <a:t>Error</a:t>
            </a:r>
            <a:r>
              <a:rPr lang="hu-HU" dirty="0"/>
              <a:t> </a:t>
            </a:r>
            <a:r>
              <a:rPr lang="hu-HU" dirty="0" err="1"/>
              <a:t>type</a:t>
            </a:r>
            <a:endParaRPr lang="hu-HU" dirty="0"/>
          </a:p>
        </p:txBody>
      </p:sp>
      <p:pic>
        <p:nvPicPr>
          <p:cNvPr id="6" name="Tartalom helye 5">
            <a:extLst>
              <a:ext uri="{FF2B5EF4-FFF2-40B4-BE49-F238E27FC236}">
                <a16:creationId xmlns:a16="http://schemas.microsoft.com/office/drawing/2014/main" id="{D828C733-9DFB-4F57-B2EF-E3DB7D51D8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103" y="1902352"/>
            <a:ext cx="3873391" cy="4592827"/>
          </a:xfr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7D826A01-30F6-4E37-8215-D3C5666176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871" y="1902352"/>
            <a:ext cx="4108129" cy="234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929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ramkör">
  <a:themeElements>
    <a:clrScheme name="Áramkör">
      <a:dk1>
        <a:sysClr val="windowText" lastClr="000000"/>
      </a:dk1>
      <a:lt1>
        <a:sysClr val="window" lastClr="FFFFFF"/>
      </a:lt1>
      <a:dk2>
        <a:srgbClr val="8D1E14"/>
      </a:dk2>
      <a:lt2>
        <a:srgbClr val="FF744E"/>
      </a:lt2>
      <a:accent1>
        <a:srgbClr val="E9B758"/>
      </a:accent1>
      <a:accent2>
        <a:srgbClr val="FE8943"/>
      </a:accent2>
      <a:accent3>
        <a:srgbClr val="AEA27C"/>
      </a:accent3>
      <a:accent4>
        <a:srgbClr val="90B46E"/>
      </a:accent4>
      <a:accent5>
        <a:srgbClr val="71AEC1"/>
      </a:accent5>
      <a:accent6>
        <a:srgbClr val="C98DE7"/>
      </a:accent6>
      <a:hlink>
        <a:srgbClr val="FF7A22"/>
      </a:hlink>
      <a:folHlink>
        <a:srgbClr val="FDCD86"/>
      </a:folHlink>
    </a:clrScheme>
    <a:fontScheme name="Áramkör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Áramkör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2000"/>
                <a:satMod val="150000"/>
                <a:lumMod val="15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971C58-AB76-4A2A-B231-5F8CA03CF4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Áramkör</Template>
  <TotalTime>91</TotalTime>
  <Words>283</Words>
  <Application>Microsoft Office PowerPoint</Application>
  <PresentationFormat>Szélesvásznú</PresentationFormat>
  <Paragraphs>61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5" baseType="lpstr">
      <vt:lpstr>Arial</vt:lpstr>
      <vt:lpstr>Tw Cen MT</vt:lpstr>
      <vt:lpstr>Áramkör</vt:lpstr>
      <vt:lpstr>RedBiT</vt:lpstr>
      <vt:lpstr>About RedBit</vt:lpstr>
      <vt:lpstr>Technologies</vt:lpstr>
      <vt:lpstr>Main Navigation - Homepage</vt:lpstr>
      <vt:lpstr>Overview - HomePAge</vt:lpstr>
      <vt:lpstr>Main Navigation – Chat Page</vt:lpstr>
      <vt:lpstr>Overview – Chat page</vt:lpstr>
      <vt:lpstr>Database &amp; Hosting</vt:lpstr>
      <vt:lpstr>Envierment variables</vt:lpstr>
      <vt:lpstr>Api</vt:lpstr>
      <vt:lpstr>API Endpoints (Examples)</vt:lpstr>
      <vt:lpstr>Api response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RedBiT</dc:title>
  <dc:creator>Alex Debreczeni</dc:creator>
  <cp:lastModifiedBy>Alex Debreczeni</cp:lastModifiedBy>
  <cp:revision>13</cp:revision>
  <dcterms:created xsi:type="dcterms:W3CDTF">2025-05-24T16:40:01Z</dcterms:created>
  <dcterms:modified xsi:type="dcterms:W3CDTF">2025-05-28T09:15:59Z</dcterms:modified>
</cp:coreProperties>
</file>